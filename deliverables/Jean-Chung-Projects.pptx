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FULL-STACK ·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作品集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work from crypto exchanges, DeFi DApps, AI learning platforms, and platform tooling.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   ·   Taipei, Taiwan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作品總覽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6479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6" name="Image 0" descr="/Users/jeanchung/jean619215.github.io/.claude/worktrees/ecstatic-thompson-4d2323/assets/portfolio/saga-finance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9518"/>
            <a:ext cx="2414016" cy="13164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154680"/>
            <a:ext cx="164592" cy="86868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Finance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Web3 RWA Platform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76479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13" name="Image 1" descr="/Users/jeanchung/jean619215.github.io/.claude/worktrees/ecstatic-thompson-4d2323/assets/portfolio/canopy-school/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802502"/>
            <a:ext cx="2414016" cy="12504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83280" y="3154680"/>
            <a:ext cx="164592" cy="868680"/>
          </a:xfrm>
          <a:prstGeom prst="rect">
            <a:avLst/>
          </a:prstGeom>
          <a:solidFill>
            <a:srgbClr val="B89DD9"/>
          </a:solidFill>
          <a:ln/>
        </p:spPr>
      </p:sp>
      <p:sp>
        <p:nvSpPr>
          <p:cNvPr id="15" name="Text 11"/>
          <p:cNvSpPr/>
          <p:nvPr/>
        </p:nvSpPr>
        <p:spPr>
          <a:xfrm>
            <a:off x="36118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118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School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Learning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91072" y="176479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20" name="Image 2" descr="/Users/jeanchung/jean619215.github.io/.claude/worktrees/ecstatic-thompson-4d2323/assets/portfolio/defi-dapp/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67028"/>
            <a:ext cx="2414016" cy="13214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17920" y="3154680"/>
            <a:ext cx="164592" cy="868680"/>
          </a:xfrm>
          <a:prstGeom prst="rect">
            <a:avLst/>
          </a:prstGeom>
          <a:solidFill>
            <a:srgbClr val="7B6BA8"/>
          </a:solidFill>
          <a:ln/>
        </p:spPr>
      </p:sp>
      <p:sp>
        <p:nvSpPr>
          <p:cNvPr id="22" name="Text 17"/>
          <p:cNvSpPr/>
          <p:nvPr/>
        </p:nvSpPr>
        <p:spPr>
          <a:xfrm>
            <a:off x="644652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46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DApp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4652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Lending Platform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52560" y="169164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25712" y="176479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27" name="Image 3" descr="/Users/jeanchung/jean619215.github.io/.claude/worktrees/ecstatic-thompson-4d2323/assets/portfolio/official-website/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821014"/>
            <a:ext cx="2414016" cy="12134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052560" y="3154680"/>
            <a:ext cx="164592" cy="86868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29" name="Text 23"/>
          <p:cNvSpPr/>
          <p:nvPr/>
        </p:nvSpPr>
        <p:spPr>
          <a:xfrm>
            <a:off x="928116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2811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官網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28116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Product Website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42976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1792" y="437083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34" name="Image 4" descr="/Users/jeanchung/jean619215.github.io/.claude/worktrees/ecstatic-thompson-4d2323/assets/portfolio/zoomi-admin/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98" y="4370832"/>
            <a:ext cx="2128803" cy="13258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48640" y="5760720"/>
            <a:ext cx="164592" cy="868680"/>
          </a:xfrm>
          <a:prstGeom prst="rect">
            <a:avLst/>
          </a:prstGeom>
          <a:solidFill>
            <a:srgbClr val="B89DD9"/>
          </a:solidFill>
          <a:ln/>
        </p:spPr>
      </p:sp>
      <p:sp>
        <p:nvSpPr>
          <p:cNvPr id="36" name="Text 29"/>
          <p:cNvSpPr/>
          <p:nvPr/>
        </p:nvSpPr>
        <p:spPr>
          <a:xfrm>
            <a:off x="777240" y="5760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7724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 Admin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77724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Backstage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83280" y="42976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456432" y="437083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41" name="Image 5" descr="/Users/jeanchung/jean619215.github.io/.claude/worktrees/ecstatic-thompson-4d2323/assets/portfolio/web-element/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8240" y="4370832"/>
            <a:ext cx="770399" cy="132588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3383280" y="5760720"/>
            <a:ext cx="164592" cy="868680"/>
          </a:xfrm>
          <a:prstGeom prst="rect">
            <a:avLst/>
          </a:prstGeom>
          <a:solidFill>
            <a:srgbClr val="7B6BA8"/>
          </a:solidFill>
          <a:ln/>
        </p:spPr>
      </p:sp>
      <p:sp>
        <p:nvSpPr>
          <p:cNvPr id="43" name="Text 35"/>
          <p:cNvSpPr/>
          <p:nvPr/>
        </p:nvSpPr>
        <p:spPr>
          <a:xfrm>
            <a:off x="3611880" y="5760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361188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Element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361188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Web Framework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217920" y="42976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B6BA8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291072" y="4370832"/>
            <a:ext cx="2414016" cy="1325880"/>
          </a:xfrm>
          <a:prstGeom prst="rect">
            <a:avLst/>
          </a:prstGeom>
          <a:solidFill>
            <a:srgbClr val="FFF4ED"/>
          </a:solidFill>
          <a:ln/>
        </p:spPr>
      </p:sp>
      <p:pic>
        <p:nvPicPr>
          <p:cNvPr id="48" name="Image 6" descr="/Users/jeanchung/jean619215.github.io/.claude/worktrees/ecstatic-thompson-4d2323/assets/portfolio/backstage/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463962"/>
            <a:ext cx="2414016" cy="1139619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6217920" y="5760720"/>
            <a:ext cx="164592" cy="86868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50" name="Text 41"/>
          <p:cNvSpPr/>
          <p:nvPr/>
        </p:nvSpPr>
        <p:spPr>
          <a:xfrm>
            <a:off x="6446520" y="5760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6446520" y="5989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Management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644652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Console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E89F8C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saga-finance/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8263"/>
            <a:ext cx="5760720" cy="3141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Finance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Web3 RWA Platform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真實資產（RWA）代幣化平台。負責全端開發，涵蓋前端 DApp、後端 API 與智能合約串接；使用者可購買、領取股票與分紅。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asset (RWA) tokenization platform. Full-stack development covering the DApp frontend, backend API and smart-contract integration; users buy, claim and receive dividends on tokenized stock.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96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5572" y="594360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5572" y="594360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349740" y="5943600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9740" y="59436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117836" y="5943600"/>
            <a:ext cx="1156716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17836" y="5943600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49440" y="630936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63093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B89DD9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canopy-school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36974"/>
            <a:ext cx="5760720" cy="2984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School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Learning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B89DD9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個人化教學平台。提供老師「自動產題給學生測驗」與「白板教學模式（含語音）」兩大核心功能；整合 LLM、Text-to-Speech 與 Speech-to-Text。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learning platform with two flagship features: automatic question generation for student quizzes, and a voice-enabled whiteboard teaching mode. Built on top of LLM services with TTS / STT.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96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5572" y="594360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5572" y="59436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691372" y="5943600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91372" y="59436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49440" y="6309360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630936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7B6BA8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defi-dapp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2319"/>
            <a:ext cx="5760720" cy="31533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DApp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Lending Platform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7B6BA8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結合區塊鏈、加密貨幣與真實資產的 DeFi 借貸平台。負責 DApp 前端開發，整合 ethers.js 與智能合約 ABI；實作錢包連線、抵押借貸、流動性挖礦等核心功能。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 lending platform bridging crypto and real-world assets. Built the DApp frontend with React + ethers.js, integrated smart-contract ABIs, and shipped wallet connect, collateralized lending and liquidity-mining flows.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3548" y="594360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3548" y="594360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57716" y="5943600"/>
            <a:ext cx="1156716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57716" y="5943600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49440" y="6309360"/>
            <a:ext cx="1924812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6309360"/>
            <a:ext cx="1924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styled-components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E89F8C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official-website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81151"/>
            <a:ext cx="5760720" cy="2895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官網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Product Website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 的官方品牌網站，呈現產品願景、團隊與生態系資訊。負責整體前端架構、頁面切版與互動效果。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NAOS Finance's official brand site showcasing product vision, team and ecosystem. Owned the full frontend — architecture, layout, and interactions.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3548" y="5943600"/>
            <a:ext cx="1924812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3548" y="5943600"/>
            <a:ext cx="1924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Styled-components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B89DD9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zoomi-admin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5029"/>
            <a:ext cx="5760720" cy="358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 Admin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Backstage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B89DD9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 後台管理介面，提供使用者管理、權限控管、資料查詢與報表匯出等功能。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Zoomi's admin backstage — user management, permission controls, data querying, and reporting exports.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3548" y="5943600"/>
            <a:ext cx="1924812" cy="292608"/>
          </a:xfrm>
          <a:prstGeom prst="roundRect">
            <a:avLst>
              <a:gd name="adj" fmla="val 50000"/>
            </a:avLst>
          </a:prstGeom>
          <a:solidFill>
            <a:srgbClr val="B89DD9">
              <a:alpha val="20000"/>
            </a:srgbClr>
          </a:solidFill>
          <a:ln w="9525">
            <a:solidFill>
              <a:srgbClr val="B89D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3548" y="5943600"/>
            <a:ext cx="1924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Styled-components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7B6BA8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web-element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320" y="1097280"/>
            <a:ext cx="270968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Element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Web Framework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7B6BA8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團隊內部開發的客製化 Web 框架，以 config 檔案驅動 layout 渲染。重點工作：設計可重用的框架架構、維持程式碼品質、規劃後續維運。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in-house React framework that renders layouts from config files. Co-designed the reusable architecture, kept code quality high, and planned long-term maintenance.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3548" y="594360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7B6BA8">
              <a:alpha val="20000"/>
            </a:srgbClr>
          </a:solidFill>
          <a:ln w="9525">
            <a:solidFill>
              <a:srgbClr val="7B6B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3548" y="594360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6035040" cy="4937760"/>
          </a:xfrm>
          <a:prstGeom prst="rect">
            <a:avLst/>
          </a:prstGeom>
          <a:solidFill>
            <a:srgbClr val="E89F8C">
              <a:alpha val="20000"/>
            </a:srgbClr>
          </a:solidFill>
          <a:ln/>
        </p:spPr>
      </p:sp>
      <p:pic>
        <p:nvPicPr>
          <p:cNvPr id="3" name="Image 0" descr="/Users/jeanchung/jean619215.github.io/.claude/worktrees/ecstatic-thompson-4d2323/assets/portfolio/backstage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69227"/>
            <a:ext cx="5760720" cy="2719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 Management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94944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Console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2468880"/>
            <a:ext cx="548640" cy="36576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697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spc="1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平台後台管理介面，提供管理員操作合作夥伴、玩家、用戶、交易歷史與財務報表匯出。跨國團隊協作、維護程式碼品質、升級 webpack 模組。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42519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operations console for managing partners, players, users, transaction history, and financial reports. Cross-border team collaboration, code-quality maintenance, and webpack upgrades.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5943600"/>
            <a:ext cx="772668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5943600"/>
            <a:ext cx="772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3548" y="594360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3548" y="594360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57716" y="5943600"/>
            <a:ext cx="964692" cy="292608"/>
          </a:xfrm>
          <a:prstGeom prst="roundRect">
            <a:avLst>
              <a:gd name="adj" fmla="val 50000"/>
            </a:avLst>
          </a:prstGeom>
          <a:solidFill>
            <a:srgbClr val="E89F8C">
              <a:alpha val="20000"/>
            </a:srgbClr>
          </a:solidFill>
          <a:ln w="9525">
            <a:solidFill>
              <a:srgbClr val="E89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57716" y="5943600"/>
            <a:ext cx="96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Chung · Projects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6400800" cy="6400800"/>
          </a:xfrm>
          <a:prstGeom prst="ellipse">
            <a:avLst/>
          </a:prstGeom>
          <a:solidFill>
            <a:srgbClr val="F8C6B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3108960"/>
            <a:ext cx="4937760" cy="4937760"/>
          </a:xfrm>
          <a:prstGeom prst="ellipse">
            <a:avLst/>
          </a:prstGeom>
          <a:solidFill>
            <a:srgbClr val="B89D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3749040"/>
            <a:ext cx="5486400" cy="5486400"/>
          </a:xfrm>
          <a:prstGeom prst="ellipse">
            <a:avLst/>
          </a:prstGeom>
          <a:solidFill>
            <a:srgbClr val="A8C4E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F4B5C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3657600"/>
            <a:ext cx="2194560" cy="2194560"/>
          </a:xfrm>
          <a:prstGeom prst="ellipse">
            <a:avLst/>
          </a:prstGeom>
          <a:solidFill>
            <a:srgbClr val="E89F8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822960" cy="45720"/>
          </a:xfrm>
          <a:prstGeom prst="rect">
            <a:avLst/>
          </a:prstGeom>
          <a:solidFill>
            <a:srgbClr val="E89F8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D4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together.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jean619215@gmail.com</a:t>
            </a:r>
            <a:pPr indent="0" marL="0">
              <a:buNone/>
            </a:pPr>
            <a:r>
              <a:rPr lang="en-US" sz="13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spc="2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Jean Chung</a:t>
            </a:r>
            <a:pPr indent="0" marL="0">
              <a:buNone/>
            </a:pPr>
            <a:r>
              <a:rPr lang="en-US" sz="1300" spc="200" kern="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spc="200" kern="0" dirty="0">
                <a:solidFill>
                  <a:srgbClr val="3F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Taipei, Taiwan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Jean Chung · Projects</dc:title>
  <dc:subject>PptxGenJS Presentation</dc:subject>
  <dc:creator>Jean Chung</dc:creator>
  <cp:lastModifiedBy>Jean Chung</cp:lastModifiedBy>
  <cp:revision>1</cp:revision>
  <dcterms:created xsi:type="dcterms:W3CDTF">2026-05-25T14:56:37Z</dcterms:created>
  <dcterms:modified xsi:type="dcterms:W3CDTF">2026-05-25T14:56:37Z</dcterms:modified>
</cp:coreProperties>
</file>