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6400800" cy="6400800"/>
          </a:xfrm>
          <a:prstGeom prst="ellipse">
            <a:avLst/>
          </a:prstGeom>
          <a:solidFill>
            <a:srgbClr val="F8C6B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-3108960"/>
            <a:ext cx="4937760" cy="4937760"/>
          </a:xfrm>
          <a:prstGeom prst="ellipse">
            <a:avLst/>
          </a:prstGeom>
          <a:solidFill>
            <a:srgbClr val="B89DD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3749040"/>
            <a:ext cx="5486400" cy="5486400"/>
          </a:xfrm>
          <a:prstGeom prst="ellipse">
            <a:avLst/>
          </a:prstGeom>
          <a:solidFill>
            <a:srgbClr val="A8C4E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F4B5C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3657600"/>
            <a:ext cx="2194560" cy="2194560"/>
          </a:xfrm>
          <a:prstGeom prst="ellipse">
            <a:avLst/>
          </a:prstGeom>
          <a:solidFill>
            <a:srgbClr val="E89F8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822960" cy="4572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97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years in frontend, 1 year in full-stack.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crypto exchanges, DeFi, and web games.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jean619215@gmail.com   ·   Taipei, Taiwan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F8C6B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6+ years in frontend, and 1 year in full-stack.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worked on crypto exchanges, DeFi, web games, and AI learning platforms.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main skills are React, Vue, Next.js, and TypeScript.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full-stack, I also use Next.js, Express, and PostgreSQL.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Resume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WORKED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89DD9">
              <a:alpha val="22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7830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21762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BitstreetX (Crypto Exchange)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4871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UI, performance, test automation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89DD9">
              <a:alpha val="22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 (Part-time)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32278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(Web3 / AI Startup)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5387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RWA platform, AI teaching platform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89DD9">
              <a:alpha val="22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886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42793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NAOS Finance (DeFi)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590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DeFi DApp, smart-contract integration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89DD9">
              <a:alpha val="22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9377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17520" y="53309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Dojo (Web Games)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56418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features, admin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Resume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A8C4E8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USE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Next.js, TypeScript, JavaScript, HTML, CSS, Tailwind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3154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Express, PostgreSQL, RESTful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4297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Docker, Cursor, Claude Code, Copilot, VS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Resume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749040"/>
            <a:ext cx="4937760" cy="4937760"/>
          </a:xfrm>
          <a:prstGeom prst="ellipse">
            <a:avLst/>
          </a:prstGeom>
          <a:solidFill>
            <a:srgbClr val="F4B5C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with Cursor and Claude Code every day.</a:t>
            </a:r>
            <a:endParaRPr lang="en-US" sz="19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an AI teaching platform with LLM and voice (TTS / STT).</a:t>
            </a:r>
            <a:endParaRPr lang="en-US" sz="19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made my own multi-agent workflow: build, test, and review.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Resume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STUDIES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2018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2057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Central University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2468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M.Eng. in Mechanical Engineering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 Yuan Christian University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3611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B.S. in Mechanical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Resume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6400800" cy="6400800"/>
          </a:xfrm>
          <a:prstGeom prst="ellipse">
            <a:avLst/>
          </a:prstGeom>
          <a:solidFill>
            <a:srgbClr val="F8C6B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-3108960"/>
            <a:ext cx="4937760" cy="4937760"/>
          </a:xfrm>
          <a:prstGeom prst="ellipse">
            <a:avLst/>
          </a:prstGeom>
          <a:solidFill>
            <a:srgbClr val="B89DD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3749040"/>
            <a:ext cx="5486400" cy="5486400"/>
          </a:xfrm>
          <a:prstGeom prst="ellipse">
            <a:avLst/>
          </a:prstGeom>
          <a:solidFill>
            <a:srgbClr val="A8C4E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F4B5C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3657600"/>
            <a:ext cx="2194560" cy="2194560"/>
          </a:xfrm>
          <a:prstGeom prst="ellipse">
            <a:avLst/>
          </a:prstGeom>
          <a:solidFill>
            <a:srgbClr val="E89F8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822960" cy="4572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jean619215@gmail.com</a:t>
            </a:r>
            <a:pPr indent="0" marL="0">
              <a:buNone/>
            </a:pPr>
            <a:r>
              <a:rPr lang="en-US" sz="1300" spc="1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+886-910-495-185</a:t>
            </a:r>
            <a:pPr indent="0" marL="0">
              <a:buNone/>
            </a:pPr>
            <a:r>
              <a:rPr lang="en-US" sz="1300" spc="1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Taipei, Taiwan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jean619215.github.io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Jean Chung — Resume</dc:title>
  <dc:subject>PptxGenJS Presentation</dc:subject>
  <dc:creator>Jean Chung</dc:creator>
  <cp:lastModifiedBy>Jean Chung</cp:lastModifiedBy>
  <cp:revision>1</cp:revision>
  <dcterms:created xsi:type="dcterms:W3CDTF">2026-06-26T04:22:49Z</dcterms:created>
  <dcterms:modified xsi:type="dcterms:W3CDTF">2026-06-26T04:22:49Z</dcterms:modified>
</cp:coreProperties>
</file>