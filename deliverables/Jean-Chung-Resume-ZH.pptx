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6400800" cy="6400800"/>
          </a:xfrm>
          <a:prstGeom prst="ellipse">
            <a:avLst/>
          </a:prstGeom>
          <a:solidFill>
            <a:srgbClr val="F8C6B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-3108960"/>
            <a:ext cx="4937760" cy="4937760"/>
          </a:xfrm>
          <a:prstGeom prst="ellipse">
            <a:avLst/>
          </a:prstGeom>
          <a:solidFill>
            <a:srgbClr val="B89DD9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3749040"/>
            <a:ext cx="5486400" cy="5486400"/>
          </a:xfrm>
          <a:prstGeom prst="ellipse">
            <a:avLst/>
          </a:prstGeom>
          <a:solidFill>
            <a:srgbClr val="A8C4E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F4B5C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3657600"/>
            <a:ext cx="2194560" cy="2194560"/>
          </a:xfrm>
          <a:prstGeom prst="ellipse">
            <a:avLst/>
          </a:prstGeom>
          <a:solidFill>
            <a:srgbClr val="E89F8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前端工程師 · FRONTEND ENGINEER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前端工程師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822960" cy="45720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97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年以上前端開發經驗，1 年全端。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做過交易所、DeFi、網頁遊戲等產品。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jean619215@gmail.com   ·   Taipei, Taiwan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572000" cy="4572000"/>
          </a:xfrm>
          <a:prstGeom prst="ellipse">
            <a:avLst/>
          </a:prstGeom>
          <a:solidFill>
            <a:srgbClr val="F8C6B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關於我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年以上前端開發經驗，1 年全端。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做過：加密貨幣交易所、DeFi、網頁遊戲、AI 學習平台。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主要技能：React、Vue、Next.js、TypeScript。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全端也用過：Next.js、Express、PostgreSQL。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履歷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工作經歷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B89DD9">
              <a:alpha val="22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現在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7830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前端工程師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21762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BitstreetX（加密貨幣交易所）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4871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交易介面、效能優化、測試自動化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B89DD9">
              <a:alpha val="22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8346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全端工程師（兼職）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32278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Saga（Web3 / AI 新創）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5387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全端 RWA 平台、AI 教學平台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B89DD9">
              <a:alpha val="22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886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前端工程師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7520" y="42793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NAOS Finance（DeFi）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590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官方網站、DeFi DApp、智能合約串接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B89DD9">
              <a:alpha val="22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49377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前端工程師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17520" y="53309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Dojo（網頁遊戲）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56418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遊戲功能、後台管理系統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履歷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A8C4E8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2011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React、Vue、Next.js、TypeScript、JavaScript、HTML、CSS、Tailwind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3154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Next.js、Express、PostgreSQL、RESTful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4297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Git、Docker、Cursor、Claude Code、Copilot、VS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履歷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749040"/>
            <a:ext cx="4937760" cy="4937760"/>
          </a:xfrm>
          <a:prstGeom prst="ellipse">
            <a:avLst/>
          </a:prstGeom>
          <a:solidFill>
            <a:srgbClr val="F4B5C8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應用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日常用 Cursor、Claude Code 開發。</a:t>
            </a:r>
            <a:endParaRPr lang="en-US" sz="19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串接 LLM 與語音（TTS / STT）打造 AI 教學平台。</a:t>
            </a:r>
            <a:endParaRPr lang="en-US" sz="19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自建「開發 / 測試 / 審核」三個 AI Agent 工作流。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履歷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學歷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2018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2057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國立中央大學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24688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機械工程學系 碩士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中原大學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36118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機械工程學系 學士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履歷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6400800" cy="6400800"/>
          </a:xfrm>
          <a:prstGeom prst="ellipse">
            <a:avLst/>
          </a:prstGeom>
          <a:solidFill>
            <a:srgbClr val="F8C6B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-3108960"/>
            <a:ext cx="4937760" cy="4937760"/>
          </a:xfrm>
          <a:prstGeom prst="ellipse">
            <a:avLst/>
          </a:prstGeom>
          <a:solidFill>
            <a:srgbClr val="B89DD9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3749040"/>
            <a:ext cx="5486400" cy="5486400"/>
          </a:xfrm>
          <a:prstGeom prst="ellipse">
            <a:avLst/>
          </a:prstGeom>
          <a:solidFill>
            <a:srgbClr val="A8C4E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F4B5C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3657600"/>
            <a:ext cx="2194560" cy="2194560"/>
          </a:xfrm>
          <a:prstGeom prst="ellipse">
            <a:avLst/>
          </a:prstGeom>
          <a:solidFill>
            <a:srgbClr val="E89F8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謝謝！</a:t>
            </a:r>
            <a:endParaRPr lang="en-US" sz="74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822960" cy="45720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jean619215@gmail.com</a:t>
            </a:r>
            <a:pPr indent="0" marL="0">
              <a:buNone/>
            </a:pPr>
            <a:r>
              <a:rPr lang="en-US" sz="1300" spc="1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+886-910-495-185</a:t>
            </a:r>
            <a:pPr indent="0" marL="0">
              <a:buNone/>
            </a:pPr>
            <a:r>
              <a:rPr lang="en-US" sz="1300" spc="1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Taipei, Taiwan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jean619215.github.io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鍾佳穎 Jean Chung — 履歷</dc:title>
  <dc:subject>PptxGenJS Presentation</dc:subject>
  <dc:creator>Jean Chung</dc:creator>
  <cp:lastModifiedBy>Jean Chung</cp:lastModifiedBy>
  <cp:revision>1</cp:revision>
  <dcterms:created xsi:type="dcterms:W3CDTF">2026-06-26T04:22:49Z</dcterms:created>
  <dcterms:modified xsi:type="dcterms:W3CDTF">2026-06-26T04:22:49Z</dcterms:modified>
</cp:coreProperties>
</file>